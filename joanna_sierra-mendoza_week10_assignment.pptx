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1" r:id="rId5"/>
    <p:sldId id="285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161573-608C-4C82-989E-D3130C9BC335}" v="2" dt="2026-03-07T06:16:18.154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879" autoAdjust="0"/>
  </p:normalViewPr>
  <p:slideViewPr>
    <p:cSldViewPr snapToGrid="0">
      <p:cViewPr varScale="1">
        <p:scale>
          <a:sx n="61" d="100"/>
          <a:sy n="61" d="100"/>
        </p:scale>
        <p:origin x="84" y="206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na Sierra-Mendoza" userId="8bc41486-e0c6-4f4d-a2a1-2332377045ea" providerId="ADAL" clId="{1553E09D-02B1-4DBB-8277-1E9F243F51C4}"/>
    <pc:docChg chg="undo custSel addSld delSld modSld">
      <pc:chgData name="Joanna Sierra-Mendoza" userId="8bc41486-e0c6-4f4d-a2a1-2332377045ea" providerId="ADAL" clId="{1553E09D-02B1-4DBB-8277-1E9F243F51C4}" dt="2026-03-07T07:00:59.875" v="1291" actId="20577"/>
      <pc:docMkLst>
        <pc:docMk/>
      </pc:docMkLst>
      <pc:sldChg chg="modSp mod">
        <pc:chgData name="Joanna Sierra-Mendoza" userId="8bc41486-e0c6-4f4d-a2a1-2332377045ea" providerId="ADAL" clId="{1553E09D-02B1-4DBB-8277-1E9F243F51C4}" dt="2026-03-07T06:58:44.720" v="1276" actId="113"/>
        <pc:sldMkLst>
          <pc:docMk/>
          <pc:sldMk cId="3666674671" sldId="261"/>
        </pc:sldMkLst>
        <pc:spChg chg="mod">
          <ac:chgData name="Joanna Sierra-Mendoza" userId="8bc41486-e0c6-4f4d-a2a1-2332377045ea" providerId="ADAL" clId="{1553E09D-02B1-4DBB-8277-1E9F243F51C4}" dt="2026-03-07T06:58:44.720" v="1276" actId="113"/>
          <ac:spMkLst>
            <pc:docMk/>
            <pc:sldMk cId="3666674671" sldId="261"/>
            <ac:spMk id="2" creationId="{9635F5E3-2B1C-7C0A-8581-67A9052D13AA}"/>
          </ac:spMkLst>
        </pc:spChg>
      </pc:sldChg>
      <pc:sldChg chg="del">
        <pc:chgData name="Joanna Sierra-Mendoza" userId="8bc41486-e0c6-4f4d-a2a1-2332377045ea" providerId="ADAL" clId="{1553E09D-02B1-4DBB-8277-1E9F243F51C4}" dt="2026-03-07T06:34:54.959" v="1226" actId="2696"/>
        <pc:sldMkLst>
          <pc:docMk/>
          <pc:sldMk cId="729609147" sldId="265"/>
        </pc:sldMkLst>
      </pc:sldChg>
      <pc:sldChg chg="add del">
        <pc:chgData name="Joanna Sierra-Mendoza" userId="8bc41486-e0c6-4f4d-a2a1-2332377045ea" providerId="ADAL" clId="{1553E09D-02B1-4DBB-8277-1E9F243F51C4}" dt="2026-03-07T06:35:40.940" v="1233" actId="2696"/>
        <pc:sldMkLst>
          <pc:docMk/>
          <pc:sldMk cId="643777997" sldId="266"/>
        </pc:sldMkLst>
      </pc:sldChg>
      <pc:sldChg chg="addSp delSp modSp add del mod">
        <pc:chgData name="Joanna Sierra-Mendoza" userId="8bc41486-e0c6-4f4d-a2a1-2332377045ea" providerId="ADAL" clId="{1553E09D-02B1-4DBB-8277-1E9F243F51C4}" dt="2026-03-07T07:00:59.875" v="1291" actId="20577"/>
        <pc:sldMkLst>
          <pc:docMk/>
          <pc:sldMk cId="1649597717" sldId="277"/>
        </pc:sldMkLst>
        <pc:spChg chg="mod">
          <ac:chgData name="Joanna Sierra-Mendoza" userId="8bc41486-e0c6-4f4d-a2a1-2332377045ea" providerId="ADAL" clId="{1553E09D-02B1-4DBB-8277-1E9F243F51C4}" dt="2026-03-07T06:59:02.304" v="1286" actId="20577"/>
          <ac:spMkLst>
            <pc:docMk/>
            <pc:sldMk cId="1649597717" sldId="277"/>
            <ac:spMk id="2" creationId="{338A15DE-D135-0710-9984-A0A55E960CB0}"/>
          </ac:spMkLst>
        </pc:spChg>
        <pc:spChg chg="mod">
          <ac:chgData name="Joanna Sierra-Mendoza" userId="8bc41486-e0c6-4f4d-a2a1-2332377045ea" providerId="ADAL" clId="{1553E09D-02B1-4DBB-8277-1E9F243F51C4}" dt="2026-03-07T07:00:59.875" v="1291" actId="20577"/>
          <ac:spMkLst>
            <pc:docMk/>
            <pc:sldMk cId="1649597717" sldId="277"/>
            <ac:spMk id="3" creationId="{ECC8AA23-D8D0-93BE-5C5F-103A750B0D2F}"/>
          </ac:spMkLst>
        </pc:spChg>
        <pc:spChg chg="add del mod">
          <ac:chgData name="Joanna Sierra-Mendoza" userId="8bc41486-e0c6-4f4d-a2a1-2332377045ea" providerId="ADAL" clId="{1553E09D-02B1-4DBB-8277-1E9F243F51C4}" dt="2026-03-07T06:39:20.118" v="1243" actId="478"/>
          <ac:spMkLst>
            <pc:docMk/>
            <pc:sldMk cId="1649597717" sldId="277"/>
            <ac:spMk id="5" creationId="{2E6F4E31-FE9F-2270-8C27-FA9501DA6AF1}"/>
          </ac:spMkLst>
        </pc:spChg>
        <pc:picChg chg="add del mod">
          <ac:chgData name="Joanna Sierra-Mendoza" userId="8bc41486-e0c6-4f4d-a2a1-2332377045ea" providerId="ADAL" clId="{1553E09D-02B1-4DBB-8277-1E9F243F51C4}" dt="2026-03-07T06:40:31.583" v="1246" actId="478"/>
          <ac:picMkLst>
            <pc:docMk/>
            <pc:sldMk cId="1649597717" sldId="277"/>
            <ac:picMk id="7" creationId="{2FED206E-3106-8C08-4FD2-AF4E8A3F7B94}"/>
          </ac:picMkLst>
        </pc:picChg>
        <pc:picChg chg="add mod">
          <ac:chgData name="Joanna Sierra-Mendoza" userId="8bc41486-e0c6-4f4d-a2a1-2332377045ea" providerId="ADAL" clId="{1553E09D-02B1-4DBB-8277-1E9F243F51C4}" dt="2026-03-07T06:40:41.839" v="1252" actId="14100"/>
          <ac:picMkLst>
            <pc:docMk/>
            <pc:sldMk cId="1649597717" sldId="277"/>
            <ac:picMk id="9" creationId="{654326B6-1635-72BA-59D2-742B6A6C435B}"/>
          </ac:picMkLst>
        </pc:picChg>
        <pc:picChg chg="del mod">
          <ac:chgData name="Joanna Sierra-Mendoza" userId="8bc41486-e0c6-4f4d-a2a1-2332377045ea" providerId="ADAL" clId="{1553E09D-02B1-4DBB-8277-1E9F243F51C4}" dt="2026-03-07T06:38:59.583" v="1236" actId="478"/>
          <ac:picMkLst>
            <pc:docMk/>
            <pc:sldMk cId="1649597717" sldId="277"/>
            <ac:picMk id="15" creationId="{BBD84AA8-495D-1210-1B06-DA73C5BCF36A}"/>
          </ac:picMkLst>
        </pc:picChg>
      </pc:sldChg>
      <pc:sldChg chg="del">
        <pc:chgData name="Joanna Sierra-Mendoza" userId="8bc41486-e0c6-4f4d-a2a1-2332377045ea" providerId="ADAL" clId="{1553E09D-02B1-4DBB-8277-1E9F243F51C4}" dt="2026-03-07T06:35:42.944" v="1234" actId="2696"/>
        <pc:sldMkLst>
          <pc:docMk/>
          <pc:sldMk cId="2243159397" sldId="279"/>
        </pc:sldMkLst>
      </pc:sldChg>
      <pc:sldChg chg="del">
        <pc:chgData name="Joanna Sierra-Mendoza" userId="8bc41486-e0c6-4f4d-a2a1-2332377045ea" providerId="ADAL" clId="{1553E09D-02B1-4DBB-8277-1E9F243F51C4}" dt="2026-03-07T06:15:37.410" v="0" actId="2696"/>
        <pc:sldMkLst>
          <pc:docMk/>
          <pc:sldMk cId="639264769" sldId="281"/>
        </pc:sldMkLst>
      </pc:sldChg>
      <pc:sldChg chg="add del">
        <pc:chgData name="Joanna Sierra-Mendoza" userId="8bc41486-e0c6-4f4d-a2a1-2332377045ea" providerId="ADAL" clId="{1553E09D-02B1-4DBB-8277-1E9F243F51C4}" dt="2026-03-07T06:35:44.747" v="1235" actId="2696"/>
        <pc:sldMkLst>
          <pc:docMk/>
          <pc:sldMk cId="2184472291" sldId="282"/>
        </pc:sldMkLst>
      </pc:sldChg>
      <pc:sldChg chg="addSp delSp modSp mod">
        <pc:chgData name="Joanna Sierra-Mendoza" userId="8bc41486-e0c6-4f4d-a2a1-2332377045ea" providerId="ADAL" clId="{1553E09D-02B1-4DBB-8277-1E9F243F51C4}" dt="2026-03-07T06:57:35.120" v="1275" actId="18131"/>
        <pc:sldMkLst>
          <pc:docMk/>
          <pc:sldMk cId="1985217260" sldId="285"/>
        </pc:sldMkLst>
        <pc:spChg chg="del">
          <ac:chgData name="Joanna Sierra-Mendoza" userId="8bc41486-e0c6-4f4d-a2a1-2332377045ea" providerId="ADAL" clId="{1553E09D-02B1-4DBB-8277-1E9F243F51C4}" dt="2026-03-07T06:48:56.119" v="1258" actId="931"/>
          <ac:spMkLst>
            <pc:docMk/>
            <pc:sldMk cId="1985217260" sldId="285"/>
            <ac:spMk id="11" creationId="{0D1B7381-B9A1-7800-816A-51D2629BB38D}"/>
          </ac:spMkLst>
        </pc:spChg>
        <pc:spChg chg="add del mod">
          <ac:chgData name="Joanna Sierra-Mendoza" userId="8bc41486-e0c6-4f4d-a2a1-2332377045ea" providerId="ADAL" clId="{1553E09D-02B1-4DBB-8277-1E9F243F51C4}" dt="2026-03-07T06:51:35.998" v="1260" actId="931"/>
          <ac:spMkLst>
            <pc:docMk/>
            <pc:sldMk cId="1985217260" sldId="285"/>
            <ac:spMk id="19" creationId="{1946B847-1BEE-2819-3475-61389EDB0C52}"/>
          </ac:spMkLst>
        </pc:spChg>
        <pc:spChg chg="add del mod">
          <ac:chgData name="Joanna Sierra-Mendoza" userId="8bc41486-e0c6-4f4d-a2a1-2332377045ea" providerId="ADAL" clId="{1553E09D-02B1-4DBB-8277-1E9F243F51C4}" dt="2026-03-07T06:53:27.899" v="1262" actId="931"/>
          <ac:spMkLst>
            <pc:docMk/>
            <pc:sldMk cId="1985217260" sldId="285"/>
            <ac:spMk id="23" creationId="{1D780D6F-FAE7-2AC5-71F4-74987257BDEE}"/>
          </ac:spMkLst>
        </pc:spChg>
        <pc:spChg chg="add del mod">
          <ac:chgData name="Joanna Sierra-Mendoza" userId="8bc41486-e0c6-4f4d-a2a1-2332377045ea" providerId="ADAL" clId="{1553E09D-02B1-4DBB-8277-1E9F243F51C4}" dt="2026-03-07T06:53:48.595" v="1266" actId="931"/>
          <ac:spMkLst>
            <pc:docMk/>
            <pc:sldMk cId="1985217260" sldId="285"/>
            <ac:spMk id="27" creationId="{84F27002-4EE1-EE7E-9709-3FB1CD217DE5}"/>
          </ac:spMkLst>
        </pc:spChg>
        <pc:spChg chg="add del mod">
          <ac:chgData name="Joanna Sierra-Mendoza" userId="8bc41486-e0c6-4f4d-a2a1-2332377045ea" providerId="ADAL" clId="{1553E09D-02B1-4DBB-8277-1E9F243F51C4}" dt="2026-03-07T06:57:24.123" v="1273" actId="931"/>
          <ac:spMkLst>
            <pc:docMk/>
            <pc:sldMk cId="1985217260" sldId="285"/>
            <ac:spMk id="31" creationId="{89E1009D-198A-8436-0141-7DA56F77D648}"/>
          </ac:spMkLst>
        </pc:spChg>
        <pc:picChg chg="del">
          <ac:chgData name="Joanna Sierra-Mendoza" userId="8bc41486-e0c6-4f4d-a2a1-2332377045ea" providerId="ADAL" clId="{1553E09D-02B1-4DBB-8277-1E9F243F51C4}" dt="2026-03-07T06:48:18.020" v="1253" actId="478"/>
          <ac:picMkLst>
            <pc:docMk/>
            <pc:sldMk cId="1985217260" sldId="285"/>
            <ac:picMk id="13" creationId="{62AFAC81-2B9C-0E25-6F31-BAAEE723B7B9}"/>
          </ac:picMkLst>
        </pc:picChg>
        <pc:picChg chg="add del mod">
          <ac:chgData name="Joanna Sierra-Mendoza" userId="8bc41486-e0c6-4f4d-a2a1-2332377045ea" providerId="ADAL" clId="{1553E09D-02B1-4DBB-8277-1E9F243F51C4}" dt="2026-03-07T06:48:34.778" v="1257" actId="478"/>
          <ac:picMkLst>
            <pc:docMk/>
            <pc:sldMk cId="1985217260" sldId="285"/>
            <ac:picMk id="15" creationId="{B47E748A-7F70-DF70-3A45-35573B2854BF}"/>
          </ac:picMkLst>
        </pc:picChg>
        <pc:picChg chg="add del mod ord">
          <ac:chgData name="Joanna Sierra-Mendoza" userId="8bc41486-e0c6-4f4d-a2a1-2332377045ea" providerId="ADAL" clId="{1553E09D-02B1-4DBB-8277-1E9F243F51C4}" dt="2026-03-07T06:51:31.513" v="1259" actId="478"/>
          <ac:picMkLst>
            <pc:docMk/>
            <pc:sldMk cId="1985217260" sldId="285"/>
            <ac:picMk id="17" creationId="{3C19D005-601A-905E-8711-9D7D643042DC}"/>
          </ac:picMkLst>
        </pc:picChg>
        <pc:picChg chg="add del mod ord">
          <ac:chgData name="Joanna Sierra-Mendoza" userId="8bc41486-e0c6-4f4d-a2a1-2332377045ea" providerId="ADAL" clId="{1553E09D-02B1-4DBB-8277-1E9F243F51C4}" dt="2026-03-07T06:51:41.606" v="1261" actId="478"/>
          <ac:picMkLst>
            <pc:docMk/>
            <pc:sldMk cId="1985217260" sldId="285"/>
            <ac:picMk id="21" creationId="{B7E7DA73-DBA4-3710-3681-602C88A08951}"/>
          </ac:picMkLst>
        </pc:picChg>
        <pc:picChg chg="add del mod ord">
          <ac:chgData name="Joanna Sierra-Mendoza" userId="8bc41486-e0c6-4f4d-a2a1-2332377045ea" providerId="ADAL" clId="{1553E09D-02B1-4DBB-8277-1E9F243F51C4}" dt="2026-03-07T06:53:40.372" v="1265" actId="478"/>
          <ac:picMkLst>
            <pc:docMk/>
            <pc:sldMk cId="1985217260" sldId="285"/>
            <ac:picMk id="25" creationId="{356A24FC-95A6-D1BB-5EEC-BFBDA487CAFE}"/>
          </ac:picMkLst>
        </pc:picChg>
        <pc:picChg chg="add del mod ord modCrop">
          <ac:chgData name="Joanna Sierra-Mendoza" userId="8bc41486-e0c6-4f4d-a2a1-2332377045ea" providerId="ADAL" clId="{1553E09D-02B1-4DBB-8277-1E9F243F51C4}" dt="2026-03-07T06:57:17.640" v="1272" actId="478"/>
          <ac:picMkLst>
            <pc:docMk/>
            <pc:sldMk cId="1985217260" sldId="285"/>
            <ac:picMk id="29" creationId="{CA876E89-C536-4B16-5ACF-AFEA5AED1814}"/>
          </ac:picMkLst>
        </pc:picChg>
        <pc:picChg chg="add mod ord modCrop">
          <ac:chgData name="Joanna Sierra-Mendoza" userId="8bc41486-e0c6-4f4d-a2a1-2332377045ea" providerId="ADAL" clId="{1553E09D-02B1-4DBB-8277-1E9F243F51C4}" dt="2026-03-07T06:57:35.120" v="1275" actId="18131"/>
          <ac:picMkLst>
            <pc:docMk/>
            <pc:sldMk cId="1985217260" sldId="285"/>
            <ac:picMk id="33" creationId="{EEB57C94-61B4-C45F-0F9A-60C00606C95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3081" y="466344"/>
            <a:ext cx="7013676" cy="630936"/>
          </a:xfrm>
          <a:noFill/>
        </p:spPr>
        <p:txBody>
          <a:bodyPr anchor="ctr"/>
          <a:lstStyle/>
          <a:p>
            <a:r>
              <a:rPr lang="en-US" sz="2000" b="1" dirty="0"/>
              <a:t>The Growing Threat of Financial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838" y="1445623"/>
            <a:ext cx="7904162" cy="466344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Global banks are experiencing a sharp rise in unauthorized credit card transactions and suspicious account activity</a:t>
            </a:r>
          </a:p>
          <a:p>
            <a:r>
              <a:rPr lang="en-US" dirty="0"/>
              <a:t>Millions of daily transactions make manual fraud detection impossible at scale </a:t>
            </a:r>
          </a:p>
          <a:p>
            <a:r>
              <a:rPr lang="en-US" dirty="0"/>
              <a:t>Traditional systems are too slow to catch fraud as it happens in real-time</a:t>
            </a:r>
          </a:p>
          <a:p>
            <a:r>
              <a:rPr lang="en-US" dirty="0"/>
              <a:t>Money laundering activity is becoming harder to detect and trace </a:t>
            </a:r>
          </a:p>
          <a:p>
            <a:r>
              <a:rPr lang="en-US" dirty="0"/>
              <a:t>The bank lacks automated tools to block high-risk transactions instantly</a:t>
            </a:r>
          </a:p>
          <a:p>
            <a:r>
              <a:rPr lang="en-US" dirty="0"/>
              <a:t>Non-compliance with global AML regulations risks heavy financial penalties</a:t>
            </a:r>
          </a:p>
          <a:p>
            <a:r>
              <a:rPr lang="en-US" dirty="0"/>
              <a:t>Customer trust and the bank’s reputation are at serious risk without a modern solution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C6211-318D-FA64-AD97-9CC266AD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014" y="748937"/>
            <a:ext cx="4304852" cy="536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EEB57C94-61B4-C45F-0F9A-60C00606C9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17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328" y="120541"/>
            <a:ext cx="6752770" cy="655030"/>
          </a:xfrm>
          <a:noFill/>
        </p:spPr>
        <p:txBody>
          <a:bodyPr anchor="b"/>
          <a:lstStyle/>
          <a:p>
            <a:r>
              <a:rPr lang="en-US" sz="2400" b="1" dirty="0"/>
              <a:t>A Scalable, Real-Time 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399" y="1103086"/>
            <a:ext cx="7750629" cy="5306858"/>
          </a:xfrm>
          <a:noFill/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fraud detection prevents financial losses before they occur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transaction blocking reduces risk without human intervention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Behavioral analysis identifies suspicious patterns across millions of accounts simultaneously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scalable architecture grows with the bank’s transaction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Centralized data storage in HDFS ensures no transaction data is ever lost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Anti-money laundering compliance reporting is automated, reducing regulatory risk and manual work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Fraud analysts get instant visibility into alerts through </a:t>
            </a:r>
            <a:r>
              <a:rPr lang="en-US" dirty="0" err="1"/>
              <a:t>Solr’s</a:t>
            </a:r>
            <a:r>
              <a:rPr lang="en-US" dirty="0"/>
              <a:t> search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receive real-time security notifications, strengthening trust in the bank</a:t>
            </a:r>
          </a:p>
          <a:p>
            <a:r>
              <a:rPr lang="en-US" dirty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architecture transforms fraud detection from a reactive process into a proactive, automated defense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bank gains a competitive edge through cutting-edge big data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protects customers, assets, and the bank’s long-term reputation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4326B6-1635-72BA-59D2-742B6A6C4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103086"/>
            <a:ext cx="4267200" cy="465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a792cf-7768-4341-8857-81754c2afa1f}" enabled="0" method="" siteId="{cfa792cf-7768-4341-8857-81754c2afa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64</TotalTime>
  <Words>218</Words>
  <Application>Microsoft Office PowerPoint</Application>
  <PresentationFormat>Widescreen</PresentationFormat>
  <Paragraphs>24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Wingdings</vt:lpstr>
      <vt:lpstr>Custom</vt:lpstr>
      <vt:lpstr>The Growing Threat of Financial Fraud</vt:lpstr>
      <vt:lpstr>PowerPoint Presentation</vt:lpstr>
      <vt:lpstr>A Scalable, Real-Time Defense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Joanna Sierra-Mendoza</dc:creator>
  <cp:lastModifiedBy>Joanna Sierra-Mendoza</cp:lastModifiedBy>
  <cp:revision>1</cp:revision>
  <dcterms:created xsi:type="dcterms:W3CDTF">2026-03-07T05:56:59Z</dcterms:created>
  <dcterms:modified xsi:type="dcterms:W3CDTF">2026-03-07T07:01:02Z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